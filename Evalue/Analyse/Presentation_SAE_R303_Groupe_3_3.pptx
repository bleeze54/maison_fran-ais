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Futura" panose="020B0604020202020204" charset="0"/>
      <p:regular r:id="rId16"/>
    </p:embeddedFont>
    <p:embeddedFont>
      <p:font typeface="League Spartan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9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92828" y="3893827"/>
            <a:ext cx="7288963" cy="29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2"/>
              </a:lnSpc>
            </a:pPr>
            <a:r>
              <a:rPr lang="en-US" sz="9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Rapport d’analyse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57700" y="8955079"/>
            <a:ext cx="8848181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Présenter par Shawn,Lilian,Esteban,Enzo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91292" y="3810192"/>
            <a:ext cx="16073566" cy="8453182"/>
          </a:xfrm>
          <a:custGeom>
            <a:avLst/>
            <a:gdLst/>
            <a:ahLst/>
            <a:cxnLst/>
            <a:rect l="l" t="t" r="r" b="b"/>
            <a:pathLst>
              <a:path w="16073566" h="8453182">
                <a:moveTo>
                  <a:pt x="0" y="0"/>
                </a:moveTo>
                <a:lnTo>
                  <a:pt x="16073566" y="0"/>
                </a:lnTo>
                <a:lnTo>
                  <a:pt x="16073566" y="8453182"/>
                </a:lnTo>
                <a:lnTo>
                  <a:pt x="0" y="845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1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76400" y="6060498"/>
            <a:ext cx="3533657" cy="84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4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</a:t>
            </a:r>
          </a:p>
        </p:txBody>
      </p:sp>
      <p:sp>
        <p:nvSpPr>
          <p:cNvPr id="4" name="Freeform 4"/>
          <p:cNvSpPr/>
          <p:nvPr/>
        </p:nvSpPr>
        <p:spPr>
          <a:xfrm>
            <a:off x="15759394" y="1028700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14269" y="3809927"/>
            <a:ext cx="10573731" cy="50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1376" lvl="1" indent="-610688" algn="l">
              <a:lnSpc>
                <a:spcPts val="7919"/>
              </a:lnSpc>
              <a:buFont typeface="Arial"/>
              <a:buChar char="•"/>
            </a:pPr>
            <a:r>
              <a:rPr lang="en-US" sz="565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Présentation de l’équipe et son organisation  </a:t>
            </a:r>
          </a:p>
          <a:p>
            <a:pPr marL="1221376" lvl="1" indent="-610688" algn="l">
              <a:lnSpc>
                <a:spcPts val="7919"/>
              </a:lnSpc>
              <a:buFont typeface="Arial"/>
              <a:buChar char="•"/>
            </a:pPr>
            <a:r>
              <a:rPr lang="en-US" sz="565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Approche du projet</a:t>
            </a:r>
          </a:p>
          <a:p>
            <a:pPr marL="1221376" lvl="1" indent="-610688" algn="l">
              <a:lnSpc>
                <a:spcPts val="7919"/>
              </a:lnSpc>
              <a:buFont typeface="Arial"/>
              <a:buChar char="•"/>
            </a:pPr>
            <a:r>
              <a:rPr lang="en-US" sz="565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Diagramme </a:t>
            </a:r>
          </a:p>
          <a:p>
            <a:pPr algn="l">
              <a:lnSpc>
                <a:spcPts val="7919"/>
              </a:lnSpc>
            </a:pPr>
            <a:endParaRPr lang="en-US" sz="5657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144000" y="8600969"/>
            <a:ext cx="649224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rot="3728645">
            <a:off x="2552700" y="-2496200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96555" y="559621"/>
            <a:ext cx="6494890" cy="19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</a:pPr>
            <a:r>
              <a:rPr lang="en-US" sz="41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de l’équipe et son organisation 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40322" y="3910490"/>
            <a:ext cx="449854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Enzo Chelli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0322" y="4836863"/>
            <a:ext cx="464580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Shawn Musset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47389" y="5767265"/>
            <a:ext cx="4084414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Lilian Lucas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6692" y="6697667"/>
            <a:ext cx="464580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Esteban Fourage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6129" y="4657544"/>
            <a:ext cx="6879808" cy="194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Analyse des besoins et rédaction du document d’analyse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3713" y="559621"/>
            <a:ext cx="7777732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</a:pP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l’équipe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son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organisation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40322" y="4881382"/>
            <a:ext cx="449854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Enzo Chelli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0322" y="5807755"/>
            <a:ext cx="464580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Shawn Musset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0046" y="4718552"/>
            <a:ext cx="7205440" cy="1386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7"/>
              </a:lnSpc>
              <a:spcBef>
                <a:spcPct val="0"/>
              </a:spcBef>
            </a:pPr>
            <a:r>
              <a:rPr lang="en-US" sz="419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Étude fonctionnelle et modélisation UML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7600" y="559621"/>
            <a:ext cx="8733845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</a:pP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l’équipe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son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organisation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71714" y="4764762"/>
            <a:ext cx="4411257" cy="6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3"/>
              </a:lnSpc>
            </a:pPr>
            <a:r>
              <a:rPr lang="en-US" sz="356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Lilian Lucas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68556" y="5769616"/>
            <a:ext cx="5017573" cy="6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3"/>
              </a:lnSpc>
            </a:pPr>
            <a:r>
              <a:rPr lang="en-US" sz="356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Esteban Fourage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36199" y="4755237"/>
            <a:ext cx="6879808" cy="13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Conception et développement du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96555" y="559621"/>
            <a:ext cx="6494890" cy="19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</a:pPr>
            <a:r>
              <a:rPr lang="en-US" sz="41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de l’équipe et son organisation 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40322" y="3910490"/>
            <a:ext cx="449854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Enzo Chelli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0322" y="4836863"/>
            <a:ext cx="464580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Shawn Musset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47389" y="5767265"/>
            <a:ext cx="4084414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Lilian Lucas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6692" y="6697667"/>
            <a:ext cx="4645807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Esteban Fourage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6129" y="4657544"/>
            <a:ext cx="6879808" cy="13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Documentation et validation finale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6200" y="559621"/>
            <a:ext cx="8505245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</a:pP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l’équipe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son </a:t>
            </a:r>
            <a:r>
              <a:rPr lang="en-US" sz="417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organisation</a:t>
            </a:r>
            <a:r>
              <a:rPr lang="en-US" sz="417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72697" y="3084695"/>
            <a:ext cx="5571303" cy="1528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8"/>
              </a:lnSpc>
            </a:pPr>
            <a:endParaRPr/>
          </a:p>
          <a:p>
            <a:pPr algn="ctr">
              <a:lnSpc>
                <a:spcPts val="6308"/>
              </a:lnSpc>
            </a:pPr>
            <a:r>
              <a:rPr lang="en-US" sz="512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Communication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1322" y="4434088"/>
            <a:ext cx="6212678" cy="3144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8"/>
              </a:lnSpc>
            </a:pPr>
            <a:endParaRPr dirty="0"/>
          </a:p>
          <a:p>
            <a:pPr marL="1107358" lvl="1" indent="-553679" algn="ctr">
              <a:lnSpc>
                <a:spcPts val="6308"/>
              </a:lnSpc>
              <a:buFont typeface="Arial"/>
              <a:buChar char="•"/>
            </a:pPr>
            <a:r>
              <a:rPr lang="en-US" sz="5129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Outil</a:t>
            </a:r>
            <a:r>
              <a:rPr lang="en-US" sz="512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numérique</a:t>
            </a:r>
          </a:p>
          <a:p>
            <a:pPr marL="1107358" lvl="1" indent="-553679" algn="ctr">
              <a:lnSpc>
                <a:spcPts val="6308"/>
              </a:lnSpc>
              <a:buFont typeface="Arial"/>
              <a:buChar char="•"/>
            </a:pPr>
            <a:r>
              <a:rPr lang="en-US" sz="5129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Période</a:t>
            </a:r>
            <a:r>
              <a:rPr lang="en-US" sz="512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 TD</a:t>
            </a:r>
          </a:p>
          <a:p>
            <a:pPr marL="1107358" lvl="1" indent="-553679" algn="ctr">
              <a:lnSpc>
                <a:spcPts val="6308"/>
              </a:lnSpc>
              <a:buFont typeface="Arial"/>
              <a:buChar char="•"/>
            </a:pPr>
            <a:r>
              <a:rPr lang="en-US" sz="512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1519" y="620141"/>
            <a:ext cx="9344962" cy="6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41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Approche (Collecte des besoins)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37769" y="1709178"/>
            <a:ext cx="7377088" cy="87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Analyse détaillée de l’énoncé de la SAE.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Étude des attentes générales d’un site de commerce en ligne.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Observation et analyse de sites de vente en ligne existants.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Simulation de rôles au sein du groupe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4" name="Freeform 4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2428" y="620141"/>
            <a:ext cx="11305172" cy="689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417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Approche</a:t>
            </a:r>
            <a:r>
              <a:rPr lang="en-US" sz="4417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</a:t>
            </a:r>
            <a:r>
              <a:rPr lang="en-US" sz="4417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Analyse</a:t>
            </a:r>
            <a:r>
              <a:rPr lang="en-US" sz="4417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reformulation)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400" y="1943100"/>
            <a:ext cx="7377088" cy="81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Les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besoins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bruts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ont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été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reformulés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sous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forme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fonctionnalités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claires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et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compréhensibles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  <a:p>
            <a:pPr algn="l">
              <a:lnSpc>
                <a:spcPts val="4903"/>
              </a:lnSpc>
            </a:pPr>
            <a:endParaRPr lang="en-US" sz="3986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Distinction entre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besoins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fonctionnels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et non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fonctionnels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  <a:p>
            <a:pPr algn="l">
              <a:lnSpc>
                <a:spcPts val="4903"/>
              </a:lnSpc>
            </a:pPr>
            <a:endParaRPr lang="en-US" sz="3986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Regroupement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besoins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par type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d’utilisateur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(client, </a:t>
            </a:r>
            <a:r>
              <a:rPr lang="en-US" sz="3986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administrateur</a:t>
            </a:r>
            <a:r>
              <a:rPr lang="en-US" sz="3986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).</a:t>
            </a:r>
          </a:p>
          <a:p>
            <a:pPr algn="l">
              <a:lnSpc>
                <a:spcPts val="4903"/>
              </a:lnSpc>
            </a:pPr>
            <a:endParaRPr lang="en-US" sz="3986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4" name="Freeform 4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8274" y="417567"/>
            <a:ext cx="11451453" cy="6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41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Approche (Validation et structuration 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37769" y="2118753"/>
            <a:ext cx="7377088" cy="7510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Priorisation des besoins essentiels au bon fonctionnement du site.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Validation collective lors des réunions de groupe.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860716" lvl="1" indent="-430358" algn="l">
              <a:lnSpc>
                <a:spcPts val="4903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Structuration des besoins pour faciliter la conception des diagrammes UML et le développement</a:t>
            </a:r>
          </a:p>
          <a:p>
            <a:pPr algn="l">
              <a:lnSpc>
                <a:spcPts val="4903"/>
              </a:lnSpc>
            </a:pPr>
            <a:endParaRPr lang="en-US" sz="3986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4" name="Freeform 4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6890" y="417567"/>
            <a:ext cx="13598847" cy="6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41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Approche (Besoins non fonctionnels identifiés 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45995" y="2232054"/>
            <a:ext cx="8396011" cy="571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Performance</a:t>
            </a:r>
          </a:p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Sécurité</a:t>
            </a:r>
          </a:p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Ergonomie et accessibilité</a:t>
            </a:r>
          </a:p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Compatibilité</a:t>
            </a:r>
          </a:p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Maintenabilité </a:t>
            </a:r>
          </a:p>
          <a:p>
            <a:pPr marL="979598" lvl="1" indent="-489799" algn="l">
              <a:lnSpc>
                <a:spcPts val="5580"/>
              </a:lnSpc>
              <a:buFont typeface="Arial"/>
              <a:buChar char="•"/>
            </a:pPr>
            <a:r>
              <a:rPr lang="en-US" sz="45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Contraintes techniques et pédagogiques</a:t>
            </a:r>
          </a:p>
          <a:p>
            <a:pPr algn="l">
              <a:lnSpc>
                <a:spcPts val="5580"/>
              </a:lnSpc>
            </a:pPr>
            <a:endParaRPr lang="en-US" sz="4537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4" name="Freeform 4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59567">
            <a:off x="13952014" y="-383638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728645">
            <a:off x="-3397469" y="7135396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835">
            <a:off x="5040863" y="3084740"/>
            <a:ext cx="8416199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509347" y="323876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91419" y="6943227"/>
            <a:ext cx="1057504" cy="105750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3154177" y="1871601"/>
            <a:ext cx="11677039" cy="8312800"/>
          </a:xfrm>
          <a:custGeom>
            <a:avLst/>
            <a:gdLst/>
            <a:ahLst/>
            <a:cxnLst/>
            <a:rect l="l" t="t" r="r" b="b"/>
            <a:pathLst>
              <a:path w="11677039" h="8312800">
                <a:moveTo>
                  <a:pt x="0" y="0"/>
                </a:moveTo>
                <a:lnTo>
                  <a:pt x="11677038" y="0"/>
                </a:lnTo>
                <a:lnTo>
                  <a:pt x="11677038" y="8312800"/>
                </a:lnTo>
                <a:lnTo>
                  <a:pt x="0" y="8312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43400" y="102599"/>
            <a:ext cx="8431487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3"/>
              </a:lnSpc>
            </a:pP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Diagramme</a:t>
            </a:r>
            <a:r>
              <a:rPr lang="en-US" sz="544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</a:t>
            </a:r>
            <a:r>
              <a:rPr lang="en-US" sz="544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d’utilisation</a:t>
            </a:r>
            <a:endParaRPr lang="en-US" sz="544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59567">
            <a:off x="13952014" y="-383638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728645">
            <a:off x="-3397469" y="7135396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835">
            <a:off x="5040863" y="3084740"/>
            <a:ext cx="8416199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509347" y="323876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91419" y="6943227"/>
            <a:ext cx="1057504" cy="105750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2514776" y="3038695"/>
            <a:ext cx="13708378" cy="5557605"/>
          </a:xfrm>
          <a:custGeom>
            <a:avLst/>
            <a:gdLst/>
            <a:ahLst/>
            <a:cxnLst/>
            <a:rect l="l" t="t" r="r" b="b"/>
            <a:pathLst>
              <a:path w="13708378" h="5557605">
                <a:moveTo>
                  <a:pt x="0" y="0"/>
                </a:moveTo>
                <a:lnTo>
                  <a:pt x="13708378" y="0"/>
                </a:lnTo>
                <a:lnTo>
                  <a:pt x="13708378" y="5557605"/>
                </a:lnTo>
                <a:lnTo>
                  <a:pt x="0" y="55576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72000" y="624468"/>
            <a:ext cx="7989853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3"/>
              </a:lnSpc>
            </a:pP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Diagramme</a:t>
            </a:r>
            <a:r>
              <a:rPr lang="en-US" sz="544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classe</a:t>
            </a:r>
            <a:r>
              <a:rPr lang="en-US" sz="544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544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d’analyse</a:t>
            </a:r>
            <a:endParaRPr lang="en-US" sz="544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798997"/>
            <a:ext cx="7122369" cy="423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80"/>
              </a:lnSpc>
            </a:pPr>
            <a:r>
              <a:rPr lang="en-US" sz="90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Merci de nous avoir ecouter</a:t>
            </a:r>
          </a:p>
        </p:txBody>
      </p:sp>
      <p:sp>
        <p:nvSpPr>
          <p:cNvPr id="8" name="AutoShape 8"/>
          <p:cNvSpPr/>
          <p:nvPr/>
        </p:nvSpPr>
        <p:spPr>
          <a:xfrm>
            <a:off x="1648108" y="1638300"/>
            <a:ext cx="2494042" cy="0"/>
          </a:xfrm>
          <a:prstGeom prst="line">
            <a:avLst/>
          </a:prstGeom>
          <a:ln w="6477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953755" y="1406533"/>
            <a:ext cx="177218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</Words>
  <Application>Microsoft Office PowerPoint</Application>
  <PresentationFormat>Personnalisé</PresentationFormat>
  <Paragraphs>64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League Spartan</vt:lpstr>
      <vt:lpstr>Futura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d’analyse</dc:title>
  <cp:lastModifiedBy>Lilian</cp:lastModifiedBy>
  <cp:revision>2</cp:revision>
  <dcterms:created xsi:type="dcterms:W3CDTF">2006-08-16T00:00:00Z</dcterms:created>
  <dcterms:modified xsi:type="dcterms:W3CDTF">2026-01-10T15:58:44Z</dcterms:modified>
  <dc:identifier>DAG-BPTT0CQ</dc:identifier>
</cp:coreProperties>
</file>